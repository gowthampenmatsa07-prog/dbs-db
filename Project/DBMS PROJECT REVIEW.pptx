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4F7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0D466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SmartAttend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Student Attendance Management System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310896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639312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Siddhartha Varma  –  2520090119
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Gowtham Varma  –  2520090202
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Gandi Karthikeya  –  2520090103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Section: [III Year B.Tech – Section]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4498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Name], [Designation]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/ University Name]   |   Department of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664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0939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5237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80944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1071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3383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8130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27024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2428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470001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46725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48640" y="5129784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51023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48640" y="555955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559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55321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Input Details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309360" y="169164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84848" y="1664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309360" y="212140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84848" y="20939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309360" y="255117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84848" y="25237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6309360" y="2980944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84848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6309360" y="341071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84848" y="3383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/ Working Demo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6309360" y="38404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84848" y="38130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System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6309360" y="427024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84848" y="42428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Solutions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6309360" y="470001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84848" y="46725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50" dirty="0"/>
          </a:p>
        </p:txBody>
      </p:sp>
      <p:sp>
        <p:nvSpPr>
          <p:cNvPr id="58" name="Shape 56"/>
          <p:cNvSpPr/>
          <p:nvPr/>
        </p:nvSpPr>
        <p:spPr>
          <a:xfrm>
            <a:off x="6309360" y="5129784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784848" y="51023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61" name="Shape 59"/>
          <p:cNvSpPr/>
          <p:nvPr/>
        </p:nvSpPr>
        <p:spPr>
          <a:xfrm>
            <a:off x="6309360" y="555955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7C8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5559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784848" y="55321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66" name="Text 64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 is a browser-based attendance register that replaces the paper roll call with a one-click digital workflow. A teacher opens a course, marks each student Present, Absent or Leave, and every percentage updates instantly. A companion student login lets each learner check themselves in, but only while the teacher has opened a live attendance session and only after entering that session's one-time code — with an optional GPS proximity check as a second layer. The system runs entirely in the browser using HTML, CSS and JavaScript, stores data locally, and requires no server, database installation or internet connection to operate.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registers are slow to fill, error-prone to total, and give no visibility into a student's standing until it is too late. Totalling a month's attendance by hand is tedious and mistakes go unnoticed until exam eligibility is at risk. Existing digital alternatives that allow self check-in are often vulnerable to proxy attendance, since a student can mark themselves present from anywhere without any verification that they are actually in the classroom. There is a need for a lightweight system that is fast to use, calculates standing in real time, and makes remote or proxy marking difficult without requiring heavy infrastructure.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 is one of the most repetitive tasks in a classroom, yet it directly affects a student's academic standing. A system that removes manual totalling, flags low attendance immediately, and still lets students participate in marking their own presence — without opening the door to proxy attendance — saves teacher time and gives students earlier, clearer warnings. Building it as a plain front-end project also made it a practical vehicle for applying core web-development concepts: state management, authentication flows, the Geolocation API, and accessible, responsive interface design, all without needing a server to deploy or maintain.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teacher mark a class in one click per student, with live percentage calculation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students to self-check-in, gated by a teacher-issued session and a one-time code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optional location check so self check-in can be restricted to the classroom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students below a configurable attendance threshold automatically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reports: a per-student report card, CSV export and a printable register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whole system framework-free, offline-capable and easy to run from VS 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Attendance-automation approaches generally fall into three families. RFID and biometric kiosks give strong proof of presence but need dedicated hardware per room. QR-code and app-based check-ins are cheap to deploy but are commonly reported to be vulnerable to a student sharing the code with an absent classmate. Server-backed web portals (built on frameworks such as Django or Node.js with a relational database) offer the most control and audit capability but require ongoing hosting and database administration that is often out of reach for a small classroom project. SmartAttend sits deliberately in the third category's spirit — structured records, roles and an audit trail — while keeping the first deployment lean enough to run as static files, closer to the second category's simplicity.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framework-free attendance tools rarely combine self check-in with any proof of presence at all — most simply trust the click. Where a proximity or code check does exist, it is usually bundled into a heavier commercial platform that needs a backend, an app install and recurring cost. There is a gap for a small, inspectable, zero-install project that still layers in a genuine presence check — a teacher-issued session code plus an optional geofence — while remaining simple enough for a single teacher to run from a laptop with no IT support.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400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 as a single-page application in plain HTML, CSS and JavaScript. All records — students, courses, attendance marks and session state — live in one JavaScript object that is persisted to the browser's localStorage after every change, so data survives a refresh without any server round-trip. Two role-based views render from the same data: a teacher register for marking and reporting, and a student dashboard limited to that student's own records and today's check-in.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73736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1847088"/>
            <a:ext cx="438912" cy="438912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01000" y="17373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opens a course &amp; starts a session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0" y="256032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2670048"/>
            <a:ext cx="438912" cy="438912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2670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01000" y="25603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6-digit code is generated, shown in class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338328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3493008"/>
            <a:ext cx="438912" cy="438912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33832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logs in &amp; enters the code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420624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4315968"/>
            <a:ext cx="438912" cy="438912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4315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01000" y="42062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device location is checked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0" y="502920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5138928"/>
            <a:ext cx="438912" cy="438912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5138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01000" y="50292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saved to localStorage instantly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29" name="Text 2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7C8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style.css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screen, teacher register,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dashboard, report-card and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dialogs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77640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session codes,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 check,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&amp; report calculations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2004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courses, attendance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marks, sessions and security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as one JSON object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layers run inside one browser tab — there is no network call and no backend process.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26" name="Text 24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page structure, forms, the &lt;dialog&gt; element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7373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96596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properties, flexbox, grid, print styles, dark mode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96596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388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logic: state, rendering, event handling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Storage API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4983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persistence across sessions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37947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402336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80560" y="4617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API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80560" y="4983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location permission + coordinates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0" y="37947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02336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3" name="Text 31"/>
          <p:cNvSpPr/>
          <p:nvPr/>
        </p:nvSpPr>
        <p:spPr>
          <a:xfrm>
            <a:off x="81838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83880" y="4617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formula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183880" y="4983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Great-circle distance for the campus radius check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38" name="Text 36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/ Input Details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— roll number, name, password (demo: roll number in lowercase)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— code, name, and the weekdays each course meets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marks — one P / A / L value per student, per course, per date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— a course's live 6-digit code and its expiry time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settings — whether location is required, saved campus coordinates, radius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seed data — 10 students and 3 courses across the past 75 days, for testing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separate student and staff login forms, role stored in session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register — course tabs, monthly grid, click-to-cycle Present/Absent/Leave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self check-in — session code form, inline location-check messaging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live percentage bars, low-attendance alerts, per-student report card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— CSV export, printable view, JSON backup and restore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 — index.html, style.css, script.js — no build step, no dependencies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was run locally through Visual Studio Code's Live Server extension, which serves the three files over http://127.0.0.1 — the Geolocation API's default secure-context requirement is satisfied for localhost, so the location check could be tested without deploying to a real host. Functional behaviour was verified by scripting the page's logic against a stand-in DOM in Node.js and exercising each flow directly: correct and incorrect logins, a wrong or expired session code, a correct code, and the distance check with simulated coordinates both inside and outside the allowed radius.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tabs, each with its own weekly schedule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8745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students across 75 days of seed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B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8745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states: Present, Absent, Leave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7373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0" y="18745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235440" y="2651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guarding self check-in: code + geofence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flows verified end to end: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marking, live percentage updates, low-attendance alerts, student self check-in with a correct and an incorrect code, the location check at both ranges, CSV export, and backup / restore.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a student updates that row's percentage and the course summary on the same click — no page reload, no network wait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is saved to localStorage immediately, so a refresh or an accidental tab close loses nothing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register, reports and report card all re-derive from the same in-memory data, so figures never disagree with each other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the full demo dataset (10 students × 3 courses × 75 days) without any visible lag while marking or searching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Working Demo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pic>
        <p:nvPicPr>
          <p:cNvPr id="25" name="Picture 24" descr="_smartattend_crop_Screenshot 2026-10-01 103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5303520" cy="2331720"/>
          </a:xfrm>
          <a:prstGeom prst="rect">
            <a:avLst/>
          </a:prstGeom>
          <a:ln w="15240">
            <a:solidFill>
              <a:srgbClr val="5A6E78"/>
            </a:solidFill>
          </a:ln>
        </p:spPr>
      </p:pic>
      <p:pic>
        <p:nvPicPr>
          <p:cNvPr id="26" name="Picture 25" descr="_smartattend_crop_Screenshot 2026-10-01 1036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325880"/>
            <a:ext cx="5303520" cy="2331720"/>
          </a:xfrm>
          <a:prstGeom prst="rect">
            <a:avLst/>
          </a:prstGeom>
          <a:ln w="15240">
            <a:solidFill>
              <a:srgbClr val="5A6E78"/>
            </a:solidFill>
          </a:ln>
        </p:spPr>
      </p:pic>
      <p:pic>
        <p:nvPicPr>
          <p:cNvPr id="27" name="Picture 26" descr="_smartattend_crop_Screenshot 2026-10-01 1037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40480"/>
            <a:ext cx="5303520" cy="2331720"/>
          </a:xfrm>
          <a:prstGeom prst="rect">
            <a:avLst/>
          </a:prstGeom>
          <a:ln w="15240">
            <a:solidFill>
              <a:srgbClr val="5A6E78"/>
            </a:solidFill>
          </a:ln>
        </p:spPr>
      </p:pic>
      <p:pic>
        <p:nvPicPr>
          <p:cNvPr id="28" name="Picture 27" descr="_smartattend_crop_Screenshot 2026-10-01 1037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840480"/>
            <a:ext cx="5303520" cy="2331720"/>
          </a:xfrm>
          <a:prstGeom prst="rect">
            <a:avLst/>
          </a:prstGeom>
          <a:ln w="15240">
            <a:solidFill>
              <a:srgbClr val="5A6E78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Systems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658368"/>
          </a:xfrm>
          <a:prstGeom prst="rect">
            <a:avLst/>
          </a:prstGeom>
          <a:solidFill>
            <a:srgbClr val="0B3D5C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9164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514600" cy="658368"/>
          </a:xfrm>
          <a:prstGeom prst="rect">
            <a:avLst/>
          </a:prstGeom>
          <a:solidFill>
            <a:srgbClr val="0B3D5C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69164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15000" y="1691640"/>
            <a:ext cx="3108960" cy="658368"/>
          </a:xfrm>
          <a:prstGeom prst="rect">
            <a:avLst/>
          </a:prstGeom>
          <a:solidFill>
            <a:srgbClr val="0B3D5C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4728" y="1691640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self-check-in app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23960" y="1691640"/>
            <a:ext cx="3063240" cy="658368"/>
          </a:xfrm>
          <a:prstGeom prst="rect">
            <a:avLst/>
          </a:prstGeom>
          <a:solidFill>
            <a:srgbClr val="0B3D5C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33688" y="1691640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350008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35000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Totalling attendance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2350008"/>
            <a:ext cx="2514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350008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15000" y="2350008"/>
            <a:ext cx="3108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4728" y="2350008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23960" y="2350008"/>
            <a:ext cx="3063240" cy="658368"/>
          </a:xfrm>
          <a:prstGeom prst="rect">
            <a:avLst/>
          </a:prstGeom>
          <a:solidFill>
            <a:srgbClr val="E8F3F1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3688" y="2350008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instant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008376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008376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 remote marking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3008376"/>
            <a:ext cx="2514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008376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(buddy marking)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15000" y="3008376"/>
            <a:ext cx="3108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24728" y="3008376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— no verification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823960" y="3008376"/>
            <a:ext cx="3063240" cy="658368"/>
          </a:xfrm>
          <a:prstGeom prst="rect">
            <a:avLst/>
          </a:prstGeom>
          <a:solidFill>
            <a:srgbClr val="E8F3F1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33688" y="3008376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live code (+ optional GPS)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3666744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666744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required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00400" y="3666744"/>
            <a:ext cx="2514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66674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715000" y="3666744"/>
            <a:ext cx="3108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24728" y="3666744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+ install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823960" y="3666744"/>
            <a:ext cx="3063240" cy="658368"/>
          </a:xfrm>
          <a:prstGeom prst="rect">
            <a:avLst/>
          </a:prstGeom>
          <a:solidFill>
            <a:srgbClr val="E8F3F1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33688" y="3666744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HTML file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4325112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32511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Low-attendance warning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00400" y="4325112"/>
            <a:ext cx="2514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4325112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715000" y="4325112"/>
            <a:ext cx="3108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24728" y="4325112"/>
            <a:ext cx="2889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823960" y="4325112"/>
            <a:ext cx="3063240" cy="658368"/>
          </a:xfrm>
          <a:prstGeom prst="rect">
            <a:avLst/>
          </a:prstGeom>
          <a:solidFill>
            <a:srgbClr val="E8F3F1"/>
          </a:solidFill>
          <a:ln w="9525">
            <a:solidFill>
              <a:srgbClr val="D9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33688" y="4325112"/>
            <a:ext cx="2843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live, per student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48" name="Text 46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Solutions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82296" cy="9875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1305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could self-mark from outside class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893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1305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teacher-issued session with a 10-minute code, plus an optional GPS radius check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80360"/>
            <a:ext cx="82296" cy="9875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22783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would be lost on a page refresh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89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32278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writes to localStorage immediately, so state survives reloads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77640"/>
            <a:ext cx="82296" cy="9875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43251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who marked a box — teacher or student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893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9224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43251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Self-marked cells get a visible outline so the teacher can see what a student checked in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074920"/>
            <a:ext cx="82296" cy="9875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54223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device between teacher and students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98932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9224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5422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Noted as a known limitation; the roadmap item is a small backend for true multi-device sync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36" name="Text 34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storage to a small backend (FastAPI + SQLite) so attendance syncs across devices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session code and location server-side, closing the client-only spoofing gap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SMS or email alerts to students and parents when attendance falls below the limit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student view as an installable mobile web app for faster daily check-in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charts for attendance trends over the term, alongside the existing CSV export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332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SmartAttend shows that a meaningful, well-guarded attendance system does not require a server or a framework. Built entirely in HTML, CSS and JavaScript, it gives teachers a fast marking register with live percentages and automatic low-attendance alerts, while giving students a self check-in path that stays honest through a teacher-issued session code and an optional location check. The result is a project that is simple to run — open one file in VS Code with Live Server — while still demonstrating real engineering judgement: state management, role-based access, browser APIs, and an explicit, honest discussion of its own security limits.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F7C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Web Storage API (localStorage), Mozilla Foundation, 2024.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3591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Geolocation API, Mozilla Foundation, 2024.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895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88950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— HTML Living Standard, WHATWG, 2024.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41985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1985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— CSS Custom Properties for Cascading Variables, 2023.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95020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950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Haversine-style great-circle distance calculations, 2023.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480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Documentation — Live Server extension usage, Microsoft, 2024.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Review  |  Dept. of Computer Science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475720" y="6446520"/>
            <a:ext cx="411480" cy="27432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57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2026-10-01T05:04:59Z</dcterms:created>
  <dcterms:modified xsi:type="dcterms:W3CDTF">2026-10-01T05:04:59Z</dcterms:modified>
</cp:coreProperties>
</file>